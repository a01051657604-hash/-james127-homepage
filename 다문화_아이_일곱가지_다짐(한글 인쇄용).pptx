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23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27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6976872" cy="10104120"/>
          </a:xfrm>
          <a:prstGeom prst="roundRect">
            <a:avLst>
              <a:gd name="adj" fmla="val 1835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6556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6556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문화는 나의 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556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아이 일곱 가지 다짐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3113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엄마 나라와 아빠 나라를 모두 사랑해요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2962656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309067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62656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두 나라 말을 할 수 있어서 참 자랑스러워요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3950208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822192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지금 이 모습 그대로 소중한 아이예요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2920" y="4681728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" y="4809744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나와 다른 친구도 존중해요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02920" y="5541264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" y="566928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5541264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누가 뭐라고 해도 나는 씩씩하고 자신 있어요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02920" y="6400800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652881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6528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6400800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힘들거나 속상하면 엄마, 아빠, 선생님께 이야기해요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02920" y="7260336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" y="738835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" y="7388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7260336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두 나라를 이어 주는 멋진 사람이 될 거예요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02920" y="8257032"/>
            <a:ext cx="6556248" cy="777240"/>
          </a:xfrm>
          <a:prstGeom prst="roundRect">
            <a:avLst>
              <a:gd name="adj" fmla="val 10588"/>
            </a:avLst>
          </a:prstGeom>
          <a:solidFill>
            <a:srgbClr val="FBF3E1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8257032"/>
            <a:ext cx="6190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“두 문화 모두 내 것이고, 둘 다 소중해요.”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02920" y="9262872"/>
            <a:ext cx="6556248" cy="0"/>
          </a:xfrm>
          <a:prstGeom prst="line">
            <a:avLst/>
          </a:prstGeom>
          <a:noFill/>
          <a:ln w="9525">
            <a:solidFill>
              <a:srgbClr val="DD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9930384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레위기 19:34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32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83</Words>
  <Application>Microsoft Office PowerPoint</Application>
  <PresentationFormat>사용자 지정</PresentationFormat>
  <Paragraphs>20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Calibri</vt:lpstr>
      <vt:lpstr>Cambria</vt:lpstr>
      <vt:lpstr>Century Schoolbook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다문화 아이 일곱 가지 다짐</dc:title>
  <dc:subject>PptxGenJS Presentation</dc:subject>
  <dc:creator>사상구보건소장</dc:creator>
  <cp:lastModifiedBy>USER_</cp:lastModifiedBy>
  <cp:revision>3</cp:revision>
  <dcterms:created xsi:type="dcterms:W3CDTF">2026-07-03T02:32:51Z</dcterms:created>
  <dcterms:modified xsi:type="dcterms:W3CDTF">2026-07-10T07:09:57Z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ctMDNUMDI6MzM6MTFaIiwicElEIjoyMDQ4LCJwcm9jZXNzSWQiOjE5Njg4LCJwcm9jZXNzTmFtZSI6IlBPV0VSUE5ULkVYRSIsInRyYWNlSWQiOiJBNTEyOTI2RTZDREE0NDUwOTJEN0I2OTA2OUU1QUIxRiIsInVzZXJDb2RlIjoibWFyaWEwMCJ9LCJub2RlMiI6eyJkc2QiOiIwMTAwMDAwMDAwMDAxNDMzIiwibG9nVGltZSI6IjIwMjYtMDctMDZUMDQ6MDA6NDlaIiwicElEIjoxLCJwcm9jZXNzSWQiOjE5Njg4LCJwcm9jZXNzTmFtZSI6ImZfYmF0bWdyLmV4ZSIsInRyYWNlSWQiOiI0QTYyMjhEN0E1REM0MTdDQjAwMEUzNTk5MzcwQURDOSIsInVzZXJDb2RlIjoibWFyaWEwMCJ9LCJub2RlMyI6eyJkc2QiOiIwMDAwMDAwMDAwMDAwMDAwIiwibG9nVGltZSI6IjIwMjYtMDctMDhUMjM6NTI6MDhaIiwicElEIjoyMDQ4LCJwcm9jZXNzSWQiOjE5Njg4LCJwcm9jZXNzTmFtZSI6ImZfYmF0bWdyLmV4ZSIsInRyYWNlSWQiOiI1OTNBNENDNDQyODY0RkMzOURDNTNGMzMyNEE4REM1MSIsInVzZXJDb2RlIjoibWFyaWEwMCJ9LCJub2RlNCI6eyJkc2QiOiIwMTAwMDAwMDAwMDAxNDMzIiwibG9nVGltZSI6IjIwMjYtMDctMTBUMDc6MDc6NDNaIiwicElEIjoxLCJwcm9jZXNzSWQiOjE5Njg4LCJwcm9jZXNzTmFtZSI6IlBPV0VSUE5ULkVYRSIsInRyYWNlSWQiOiI1RTdBN0E0NjAwM0M0MUJEQkZFNDA3QTAzQkFFQzFEQSIsInVzZXJDb2RlIjoibWFyaWEwMCJ9LCJub2RlNSI6eyJkc2QiOiIwMDAwMDAwMDAwMDAwMDAwIiwibG9nVGltZSI6IjIwMjYtMTAtMjdUMDY6NDI6MTBaIiwicElEIjoyMDQ4LCJwcm9jZXNzSWQiOjMyODI4LCJwcm9jZXNzTmFtZSI6IlBPV0VSUE5ULkVYRSIsInRyYWNlSWQiOiJCOTA1RDcxNzZDNjU0ODIwQkY0MEQyQzk2NTlGN0Q4QyIsInVzZXJDb2RlIjoibWFyaWEwMCJ9LCJub2RlQ291bnQiOjcsInJvb3RUcmFjZUlkIjoiODY1MEE3QTg3QTA0NDUyNThDRDlBMDJDMUIwQTlDRjIifQ==</vt:lpwstr>
  </property>
</Properties>
</file>