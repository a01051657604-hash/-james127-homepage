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
	<Relationship Id="rId1" Type="http://schemas.openxmlformats.org/officeDocument/2006/relationships/extended-properties" Target="docProps/app.xml"/>
	<Relationship Id="rId2" Type="http://schemas.openxmlformats.org/package/2006/relationships/metadata/core-properties" Target="docProps/core.xml"/>
	<Relationship Id="rId3" Type="http://schemas.openxmlformats.org/officeDocument/2006/relationships/officeDocument" Target="ppt/presentation.xml"/>
	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7196328" cy="10323576"/>
          </a:xfrm>
          <a:prstGeom prst="roundRect">
            <a:avLst>
              <a:gd name="adj" fmla="val 152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692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교육 자료  ·  Multicultural Family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6922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문화는 나의 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Cultures, My Strength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408176"/>
            <a:ext cx="6922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아이 일곱 가지 다짐  ·  Our Seven Promises as Multicultural Children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" y="185623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1801368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엄마 나라와 아빠 나라를 모두 사랑해요.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cherish both sides of my cultural heritage.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2741676"/>
            <a:ext cx="6922008" cy="952500"/>
          </a:xfrm>
          <a:prstGeom prst="roundRect">
            <a:avLst>
              <a:gd name="adj" fmla="val 76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" y="284226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" y="2842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2787396"/>
            <a:ext cx="6025896" cy="861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 말을 할 수 있어서 참 자랑스러워요.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proud to speak two languages.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3785616"/>
            <a:ext cx="6922008" cy="673608"/>
          </a:xfrm>
          <a:prstGeom prst="roundRect">
            <a:avLst>
              <a:gd name="adj" fmla="val 10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" y="388620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3831336"/>
            <a:ext cx="6025896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지금 이 모습 그대로 소중한 아이예요.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loved and valued just the way I am.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4550664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" y="465124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" y="465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4596384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나와 다른 친구도 존중해요.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respect and appreciate people from different backgrounds.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5536692"/>
            <a:ext cx="6922008" cy="894588"/>
          </a:xfrm>
          <a:prstGeom prst="roundRect">
            <a:avLst>
              <a:gd name="adj" fmla="val 81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" y="563727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5637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5582412"/>
            <a:ext cx="6025896" cy="803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누가 뭐라고 해도 나는 씩씩하고 자신 있어요.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matter what others say, I believe in myself and face the world with confidence.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" y="6522720"/>
            <a:ext cx="6922008" cy="139446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" y="662330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" y="6623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051560" y="6568440"/>
            <a:ext cx="6025896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힘들거나 속상하면 엄마, 아빠, 선생님께 이야기해요.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feel sad or worried, I will talk to someone I trust, like my parents or my teacher.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0040" y="8008620"/>
            <a:ext cx="6922008" cy="1173480"/>
          </a:xfrm>
          <a:prstGeom prst="roundRect">
            <a:avLst>
              <a:gd name="adj" fmla="val 62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3A2E66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8056" y="810920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" y="81092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51560" y="8054340"/>
            <a:ext cx="6025896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두 나라를 이어 주는 멋진 사람이 될 거예요.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3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will grow up to be someone who builds bridges between cultures.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20040" y="9291828"/>
            <a:ext cx="692200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9291828"/>
            <a:ext cx="6556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“두 문화 모두 내 것이고, 둘 다 소중해요.”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473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“Both cultures are part of me, and I cherish them equally.”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320040" y="10160508"/>
            <a:ext cx="692200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0233660"/>
            <a:ext cx="6922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아이 일곱 가지 다짐</dc:title>
  <dc:subject>PptxGenJS Presentation</dc:subject>
  <dc:creator>사상구보건소장</dc:creator>
  <cp:lastModifiedBy>사상구보건소장</cp:lastModifiedBy>
  <cp:revision>1</cp:revision>
  <dcterms:created xsi:type="dcterms:W3CDTF">2026-07-08T00:55:09Z</dcterms:created>
  <dcterms:modified xsi:type="dcterms:W3CDTF">2026-07-08T00:55:09Z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TAwMDAwMDAwMDAxNDMzIiwibG9nVGltZSI6IjIwMjYtMDctMDhUMDA6NTc6MDJaIiwicElEIjoxLCJwcm9jZXNzSWQiOjIyOTQwLCJwcm9jZXNzTmFtZSI6ImZfYmF0bWdyLmV4ZSIsInRyYWNlSWQiOiI3MjdFQjZDMUE2RkY0NDU0ODZENDEzQzlDQUZCOEY3QiIsInVzZXJDb2RlIjoibWFyaWEwMCJ9LCJub2RlMiI6eyJkc2QiOiIwMTAwMDAwMDAwMDAxNDMzIiwibG9nVGltZSI6IjIwMjYtMDctMDhUMDA6NTc6MDJaIiwicElEIjoxLCJwcm9jZXNzSWQiOjIyOTQwLCJwcm9jZXNzTmFtZSI6ImZfYmF0bWdyLmV4ZSIsInRyYWNlSWQiOiI3MjdFQjZDMUE2RkY0NDU0ODZENDEzQzlDQUZCOEY3QiIsInVzZXJDb2RlIjoibWFyaWEwMCJ9LCJub2RlMyI6eyJkc2QiOiIwMTAwMDAwMDAwMDAxNDMzIiwibG9nVGltZSI6IjIwMjYtMDctMDhUMDA6NTc6MDJaIiwicElEIjoxLCJwcm9jZXNzSWQiOjIyOTQwLCJwcm9jZXNzTmFtZSI6ImZfYmF0bWdyLmV4ZSIsInRyYWNlSWQiOiI3MjdFQjZDMUE2RkY0NDU0ODZENDEzQzlDQUZCOEY3QiIsInVzZXJDb2RlIjoibWFyaWEwMCJ9LCJub2RlNCI6eyJkc2QiOiIwMTAwMDAwMDAwMDAxNDMzIiwibG9nVGltZSI6IjIwMjYtMDctMDhUMDA6NTc6MDJaIiwicElEIjoxLCJwcm9jZXNzSWQiOjIyOTQwLCJwcm9jZXNzTmFtZSI6ImZfYmF0bWdyLmV4ZSIsInRyYWNlSWQiOiI3MjdFQjZDMUE2RkY0NDU0ODZENDEzQzlDQUZCOEY3QiIsInVzZXJDb2RlIjoibWFyaWEwMCJ9LCJub2RlNSI6eyJkc2QiOiIwMDAwMDAwMDAwMDAwMDAwIiwibG9nVGltZSI6IjIwMjYtMTAtMjdUMDY6NDI6MDlaIiwicElEIjoyMDQ4LCJwcm9jZXNzSWQiOjIyOTQwLCJwcm9jZXNzTmFtZSI6ImZfYmF0bWdyLmV4ZSIsInRyYWNlSWQiOiI2RjY3Q0VFMjc4Nzc0MzE4QkJGMzA1NkFGNUNEREIzQSIsInVzZXJDb2RlIjoibWFyaWEwMCJ9LCJub2RlQ291bnQiOjIsInJvb3RUcmFjZUlkIjoiNzI3RUI2QzFBNkZGNDQ1NDg2RDQxM0M5Q0FGQjhGN0IifQ==</vt:lpwstr>
  </property>
</Properties>
</file>