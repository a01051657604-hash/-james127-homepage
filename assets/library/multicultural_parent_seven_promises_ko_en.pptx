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ContentType="application/vnd.openxmlformats-officedocument.custom-properties+xml" PartName="/docProps/custom.xml"/>
</Types>
</file>

<file path=_rels/.rels><?xml version="1.0" encoding="UTF-8" standalone="yes"?>
<Relationships xmlns="http://schemas.openxmlformats.org/package/2006/relationships">
	<Relationship Id="rId1" Type="http://schemas.openxmlformats.org/officeDocument/2006/relationships/extended-properties" Target="docProps/app.xml"/>
	<Relationship Id="rId2" Type="http://schemas.openxmlformats.org/package/2006/relationships/metadata/core-properties" Target="docProps/core.xml"/>
	<Relationship Id="rId3" Type="http://schemas.openxmlformats.org/officeDocument/2006/relationships/officeDocument" Target="ppt/presentation.xml"/>
	<Relationship Id="rId4" Target="docProps/custom.xml" Type="http://schemas.openxmlformats.org/officeDocument/2006/relationships/custom-properties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7196328" cy="10323576"/>
          </a:xfrm>
          <a:prstGeom prst="roundRect">
            <a:avLst>
              <a:gd name="adj" fmla="val 1525"/>
            </a:avLst>
          </a:prstGeom>
          <a:solidFill>
            <a:srgbClr val="FFFFFF">
              <a:alpha val="9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6922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473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다문화 부모 교육 자료  ·  Multicultural Family Education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6922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C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두 문화를 잇는 부모입니다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6922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73F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Parents Bridging Two Cultures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1408176"/>
            <a:ext cx="6922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다문화 부모 일곱 가지 다짐  ·  Our Seven Promises as Multicultural Parents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755648"/>
            <a:ext cx="6922008" cy="1087374"/>
          </a:xfrm>
          <a:prstGeom prst="roundRect">
            <a:avLst>
              <a:gd name="adj" fmla="val 6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3A2E66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48056" y="1856232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51560" y="1801368"/>
            <a:ext cx="6025896" cy="995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아이에게 엄마 나라와 아빠 나라를 모두 소중히 여기도록 가르치겠습니다.</a:t>
            </a:r>
            <a:endParaRPr lang="en-US" sz="16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473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teach my child to value and appreciate both sides of their cultural heritage.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320040" y="2925318"/>
            <a:ext cx="6922008" cy="1087374"/>
          </a:xfrm>
          <a:prstGeom prst="roundRect">
            <a:avLst>
              <a:gd name="adj" fmla="val 6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3A2E66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" y="3025902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" y="30259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51560" y="2971038"/>
            <a:ext cx="6025896" cy="995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아이가 두 나라 말을 즐겁게 배우도록 돕겠습니다.</a:t>
            </a:r>
            <a:endParaRPr lang="en-US" sz="16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473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encourage my child to embrace and enjoy learning both languages.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320040" y="4094988"/>
            <a:ext cx="6922008" cy="625983"/>
          </a:xfrm>
          <a:prstGeom prst="roundRect">
            <a:avLst>
              <a:gd name="adj" fmla="val 116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3A2E66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8056" y="4195572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" y="41955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51560" y="4140708"/>
            <a:ext cx="6025896" cy="534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아이를 있는 모습 그대로 사랑하겠습니다.</a:t>
            </a:r>
            <a:endParaRPr lang="en-US" sz="16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473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love my child just as they are.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320040" y="4803267"/>
            <a:ext cx="6922008" cy="831723"/>
          </a:xfrm>
          <a:prstGeom prst="roundRect">
            <a:avLst>
              <a:gd name="adj" fmla="val 87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3A2E66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8056" y="4903851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21" name="Text 19"/>
          <p:cNvSpPr/>
          <p:nvPr/>
        </p:nvSpPr>
        <p:spPr>
          <a:xfrm>
            <a:off x="448056" y="490385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51560" y="4848987"/>
            <a:ext cx="6025896" cy="740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아이가 힘들 때 언제나 함께하겠습니다.</a:t>
            </a:r>
            <a:endParaRPr lang="en-US" sz="16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473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always be there for my child through life's challenges.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320040" y="5717286"/>
            <a:ext cx="6922008" cy="831723"/>
          </a:xfrm>
          <a:prstGeom prst="roundRect">
            <a:avLst>
              <a:gd name="adj" fmla="val 87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3A2E66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8056" y="5817870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25" name="Text 23"/>
          <p:cNvSpPr/>
          <p:nvPr/>
        </p:nvSpPr>
        <p:spPr>
          <a:xfrm>
            <a:off x="448056" y="58178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51560" y="5763006"/>
            <a:ext cx="6025896" cy="740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아이의 이야기를 끝까지 잘 들어주겠습니다.</a:t>
            </a:r>
            <a:endParaRPr lang="en-US" sz="16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473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always listen with care to my child's thoughts and feelings.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320040" y="6631305"/>
            <a:ext cx="6922008" cy="1087374"/>
          </a:xfrm>
          <a:prstGeom prst="roundRect">
            <a:avLst>
              <a:gd name="adj" fmla="val 6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3A2E66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8056" y="6731889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29" name="Text 27"/>
          <p:cNvSpPr/>
          <p:nvPr/>
        </p:nvSpPr>
        <p:spPr>
          <a:xfrm>
            <a:off x="448056" y="673188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051560" y="6677025"/>
            <a:ext cx="6025896" cy="995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서로 다른 문화를 존중하는 모습을 먼저 보여주겠습니다.</a:t>
            </a:r>
            <a:endParaRPr lang="en-US" sz="16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473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lead by example by showing respect for all cultures.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320040" y="7800975"/>
            <a:ext cx="6922008" cy="1293114"/>
          </a:xfrm>
          <a:prstGeom prst="roundRect">
            <a:avLst>
              <a:gd name="adj" fmla="val 56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3A2E66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8056" y="7901559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33" name="Text 31"/>
          <p:cNvSpPr/>
          <p:nvPr/>
        </p:nvSpPr>
        <p:spPr>
          <a:xfrm>
            <a:off x="448056" y="790155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051560" y="7846695"/>
            <a:ext cx="6025896" cy="120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우리 아이가 두 나라를 이어 주는 멋진 사람으로 자랄 것을 믿고 응원하겠습니다.</a:t>
            </a:r>
            <a:endParaRPr lang="en-US" sz="16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473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believe in my child and will encourage them to grow into someone who brings two cultures together.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320040" y="9194673"/>
            <a:ext cx="6922008" cy="777240"/>
          </a:xfrm>
          <a:prstGeom prst="roundRect">
            <a:avLst>
              <a:gd name="adj" fmla="val 10588"/>
            </a:avLst>
          </a:prstGeom>
          <a:solidFill>
            <a:srgbClr val="FBF3E1"/>
          </a:solidFill>
          <a:ln w="12700">
            <a:solidFill>
              <a:srgbClr val="C99A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9194673"/>
            <a:ext cx="6556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b="1" i="1" dirty="0">
                <a:solidFill>
                  <a:srgbClr val="2C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“우리 아이의 두 문화는 우리 가족의 힘입니다.”</a:t>
            </a:r>
            <a:endParaRPr lang="en-US" sz="17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473F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“Our child's two cultures are our family's strength.”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320040" y="10063353"/>
            <a:ext cx="6922008" cy="0"/>
          </a:xfrm>
          <a:prstGeom prst="line">
            <a:avLst/>
          </a:prstGeom>
          <a:noFill/>
          <a:ln w="9525">
            <a:solidFill>
              <a:srgbClr val="DDD3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10136505"/>
            <a:ext cx="6922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레위기 19:34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다문화 부모 일곱 가지 다짐</dc:title>
  <dc:subject>PptxGenJS Presentation</dc:subject>
  <dc:creator>사상구보건소장</dc:creator>
  <cp:lastModifiedBy>사상구보건소장</cp:lastModifiedBy>
  <cp:revision>1</cp:revision>
  <dcterms:created xsi:type="dcterms:W3CDTF">2026-07-08T00:55:09Z</dcterms:created>
  <dcterms:modified xsi:type="dcterms:W3CDTF">2026-07-08T00:55:09Z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Fasoo_Trace_ID" pid="2">
    <vt:lpwstr>eyJub2RlMSI6eyJkc2QiOiIwMTAwMDAwMDAwMDAxNDMzIiwibG9nVGltZSI6IjIwMjYtMDctMDhUMDA6NTc6MDRaIiwicElEIjoxLCJwcm9jZXNzSWQiOjIyOTQwLCJwcm9jZXNzTmFtZSI6ImZfYmF0bWdyLmV4ZSIsInRyYWNlSWQiOiJCNkIyOTQwNzNFQjg0MEY0OTAzQzQ4OTNGMjVGNjM4RCIsInVzZXJDb2RlIjoibWFyaWEwMCJ9LCJub2RlMiI6eyJkc2QiOiIwMTAwMDAwMDAwMDAxNDMzIiwibG9nVGltZSI6IjIwMjYtMDctMDhUMDA6NTc6MDRaIiwicElEIjoxLCJwcm9jZXNzSWQiOjIyOTQwLCJwcm9jZXNzTmFtZSI6ImZfYmF0bWdyLmV4ZSIsInRyYWNlSWQiOiJCNkIyOTQwNzNFQjg0MEY0OTAzQzQ4OTNGMjVGNjM4RCIsInVzZXJDb2RlIjoibWFyaWEwMCJ9LCJub2RlMyI6eyJkc2QiOiIwMDAwMDAwMDAwMDAwMDAwIiwibG9nVGltZSI6IjIwMjYtMTAtMjdUMDY6NDE6NTdaIiwicElEIjoyMDQ4LCJwcm9jZXNzSWQiOjIyOTQwLCJwcm9jZXNzTmFtZSI6ImZfYmF0bWdyLmV4ZSIsInRyYWNlSWQiOiJBREZCQjUyQ0FENTk0RUY4QUI4MzYyQzE4MUE4NDU2NCIsInVzZXJDb2RlIjoibWFyaWEwMCJ9LCJub2RlNCI6eyJkc2QiOiIwMTAwMDAwMDAwMDAxNDMzIiwibG9nVGltZSI6IjIwMjYtMTAtMzBUMDU6NDY6MDRaIiwicElEIjoxLCJwcm9jZXNzSWQiOjIyOTQwLCJwcm9jZXNzTmFtZSI6ImZfYmF0bWdyLmV4ZSIsInRyYWNlSWQiOiI1ODY2MDlFRkNBN0M0MDlDQkNCRDEzMzc3OURGRjMwOSIsInVzZXJDb2RlIjoibWFyaWEwMCJ9LCJub2RlNSI6eyJkc2QiOiIwMDAwMDAwMDAwMDAwMDAwIiwibG9nVGltZSI6IjIwMjYtMTAtMzBUMDU6NDc6MzJaIiwicElEIjoyMDQ4LCJwcm9jZXNzSWQiOjIwNDAwLCJwcm9jZXNzTmFtZSI6ImZfYmF0bWdyLmV4ZSIsInRyYWNlSWQiOiJENzMyQjg1OEREQTI0QkM5QjIzRDQwMzQ4RTlCNEQ1MiIsInVzZXJDb2RlIjoibWFyaWEwMCJ9LCJub2RlQ291bnQiOjQsInJvb3RUcmFjZUlkIjoiQjZCMjk0MDczRUI4NDBGNDkwM0M0ODkzRjI1RjYzOEQifQ==</vt:lpwstr>
  </property>
</Properties>
</file>