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ContentType="application/vnd.openxmlformats-officedocument.custom-properties+xml" PartName="/docProps/custom.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arget="docProps/custom.xml" Type="http://schemas.openxmlformats.org/officeDocument/2006/relationships/custom-properties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1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7810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92608"/>
            <a:ext cx="6976872" cy="10104120"/>
          </a:xfrm>
          <a:prstGeom prst="roundRect">
            <a:avLst>
              <a:gd name="adj" fmla="val 1835"/>
            </a:avLst>
          </a:prstGeom>
          <a:solidFill>
            <a:srgbClr val="FFFFFF">
              <a:alpha val="9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841248"/>
            <a:ext cx="65562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두 문화를 잇는 부모입니다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02920" y="1481328"/>
            <a:ext cx="655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다문화 부모 일곱 가지 다짐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0312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3113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아이에게 엄마 나라와 아빠 나라를 모두 소중히 여기도록 가르치겠습니다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96265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" y="309067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두 나라 말을 즐겁게 배우도록 돕겠습니다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3822192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3950208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822192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아이를 있는 모습 그대로 사랑하겠습니다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4681728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" y="4809744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4681728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아이가 힘들 때 언제나 함께하겠습니다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02920" y="5541264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5669280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5541264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아이의 이야기를 끝까지 잘 들어주겠습니다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02920" y="6400800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67512" y="6528816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6528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80160" y="6400800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서로 다른 문화를 존중하는 모습을 먼저 보여주겠습니다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7260336"/>
            <a:ext cx="6556248" cy="713232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3A2E66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7512" y="7388352"/>
            <a:ext cx="457200" cy="457200"/>
          </a:xfrm>
          <a:prstGeom prst="ellipse">
            <a:avLst/>
          </a:prstGeom>
          <a:solidFill>
            <a:srgbClr val="2C2A5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" y="7388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280160" y="7260336"/>
            <a:ext cx="5596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B274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나는 우리 아이가 두 나라를 이어 주는 멋진 사람으로 자랄 것을 믿고 응원하겠습니다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8257032"/>
            <a:ext cx="6556248" cy="777240"/>
          </a:xfrm>
          <a:prstGeom prst="roundRect">
            <a:avLst>
              <a:gd name="adj" fmla="val 10588"/>
            </a:avLst>
          </a:prstGeom>
          <a:solidFill>
            <a:srgbClr val="FBF3E1"/>
          </a:solidFill>
          <a:ln w="12700">
            <a:solidFill>
              <a:srgbClr val="C99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8257032"/>
            <a:ext cx="61904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2C2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“우리 아이의 두 문화는 우리 가족의 힘입니다.”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9262872"/>
            <a:ext cx="6556248" cy="0"/>
          </a:xfrm>
          <a:prstGeom prst="line">
            <a:avLst/>
          </a:prstGeom>
          <a:noFill/>
          <a:ln w="9525">
            <a:solidFill>
              <a:srgbClr val="DDD3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9930384"/>
            <a:ext cx="6556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6B64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레위기 19:34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Microsoft Office PowerPoint</Application>
  <PresentationFormat>사용자 지정</PresentationFormat>
  <Paragraphs>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맑은 고딕</vt:lpstr>
      <vt:lpstr>Arial</vt:lpstr>
      <vt:lpstr>Calibri</vt:lpstr>
      <vt:lpstr>Cambria</vt:lpstr>
      <vt:lpstr>Century Schoolbook</vt:lpstr>
      <vt:lpstr>Office Theme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다문화 부모 일곱 가지 다짐</dc:title>
  <dc:subject>PptxGenJS Presentation</dc:subject>
  <dc:creator>사상구보건소장</dc:creator>
  <cp:lastModifiedBy>USER_</cp:lastModifiedBy>
  <cp:revision>2</cp:revision>
  <dcterms:created xsi:type="dcterms:W3CDTF">2026-07-03T02:32:51Z</dcterms:created>
  <dcterms:modified xsi:type="dcterms:W3CDTF">2026-07-03T02:34:38Z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Fasoo_Trace_ID" pid="2">
    <vt:lpwstr>eyJub2RlMSI6eyJkc2QiOiIwMDAwMDAwMDAwMDAwMDAwIiwibG9nVGltZSI6IjIwMjYtMDctMDNUMDI6MzM6MDNaIiwicElEIjoyMDQ4LCJwcm9jZXNzSWQiOjE5Njg4LCJwcm9jZXNzTmFtZSI6IlBPV0VSUE5ULkVYRSIsInRyYWNlSWQiOiJFQkJERjhGOTVGMEM0NzMyQjI0MUY4RjhBQjY3REI4RiIsInVzZXJDb2RlIjoibWFyaWEwMCJ9LCJub2RlMiI6eyJkc2QiOiIwMTAwMDAwMDAwMDAxNDMzIiwibG9nVGltZSI6IjIwMjYtMDctMDZUMDQ6MDA6NDlaIiwicElEIjoxLCJwcm9jZXNzSWQiOjE5Njg4LCJwcm9jZXNzTmFtZSI6ImZfYmF0bWdyLmV4ZSIsInRyYWNlSWQiOiIzN0I5QzQ0OEJBRTc0MEM1OTZCMUU5NThGNDZGNkRCQiIsInVzZXJDb2RlIjoibWFyaWEwMCJ9LCJub2RlMyI6eyJkc2QiOiIwMDAwMDAwMDAwMDAwMDAwIiwibG9nVGltZSI6IjIwMjYtMDctMDhUMjM6NTI6MDlaIiwicElEIjoyMDQ4LCJwcm9jZXNzSWQiOjE5Njg4LCJwcm9jZXNzTmFtZSI6ImZfYmF0bWdyLmV4ZSIsInRyYWNlSWQiOiJEREE4QzM4RDZDRjA0ODU0OEZCM0U5RjIxQUQyQUQxRSIsInVzZXJDb2RlIjoibWFyaWEwMCJ9LCJub2RlNCI6eyJkc2QiOiIwMTAwMDAwMDAwMDAxNDMzIiwibG9nVGltZSI6IjIwMjYtMTAtMzBUMDU6NDY6MDRaIiwicElEIjoxLCJwcm9jZXNzSWQiOjE5Njg4LCJwcm9jZXNzTmFtZSI6ImZfYmF0bWdyLmV4ZSIsInRyYWNlSWQiOiIzMjRCMzBDM0U1MDU0QkU0ODBBNkU3MzQ1ODcxMzkyQSIsInVzZXJDb2RlIjoibWFyaWEwMCJ9LCJub2RlNSI6eyJkc2QiOiIwMDAwMDAwMDAwMDAwMDAwIiwibG9nVGltZSI6IjIwMjYtMTAtMzBUMDU6NDc6MzJaIiwicElEIjoyMDQ4LCJwcm9jZXNzSWQiOjIwNDAwLCJwcm9jZXNzTmFtZSI6ImZfYmF0bWdyLmV4ZSIsInRyYWNlSWQiOiJGNEY4MjA2MkRGQkQ0ODA5OTM2MUMzNkU0REEzNDBBMSIsInVzZXJDb2RlIjoibWFyaWEwMCJ9LCJub2RlQ291bnQiOjcsInJvb3RUcmFjZUlkIjoiNDRDNEM0MjNBNUE4NDU5OTgwOEEyQ0ZDMUIwMzI3MEQifQ==</vt:lpwstr>
  </property>
</Properties>
</file>