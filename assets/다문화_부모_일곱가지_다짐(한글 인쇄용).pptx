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81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6976872" cy="10104120"/>
          </a:xfrm>
          <a:prstGeom prst="roundRect">
            <a:avLst>
              <a:gd name="adj" fmla="val 1835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41248"/>
            <a:ext cx="6556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문화를 잇는 부모입니다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55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일곱 가지 다짐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3113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아이에게 엄마 나라와 아빠 나라를 모두 소중히 여기도록 가르치겠습니다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0906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두 나라 말을 즐겁게 배우도록 돕겠습니다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395020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22192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아이를 있는 모습 그대로 사랑하겠습니다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681728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480974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힘들 때 언제나 함께하겠습니다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541264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566928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541264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아이의 이야기를 끝까지 잘 들어주겠습니다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652881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6528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640080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서로 다른 문화를 존중하는 모습을 먼저 보여주겠습니다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" y="738835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7388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726033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우리 아이가 두 나라를 이어 주는 멋진 사람으로 자랄 것을 믿고 응원하겠습니다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8257032"/>
            <a:ext cx="655624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8257032"/>
            <a:ext cx="6190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 아이의 두 문화는 우리 가족의 힘입니다.”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9262872"/>
            <a:ext cx="655624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993038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사용자 지정</PresentationFormat>
  <Paragraphs>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Cambria</vt:lpstr>
      <vt:lpstr>Century Schoolbook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부모 일곱 가지 다짐</dc:title>
  <dc:subject>PptxGenJS Presentation</dc:subject>
  <dc:creator>사상구보건소장</dc:creator>
  <cp:lastModifiedBy>USER_</cp:lastModifiedBy>
  <cp:revision>2</cp:revision>
  <dcterms:created xsi:type="dcterms:W3CDTF">2026-07-03T02:32:51Z</dcterms:created>
  <dcterms:modified xsi:type="dcterms:W3CDTF">2026-07-03T02:34:38Z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xNDMzIiwibG9nVGltZSI6IjIwMjYtMDctMDNUMDI6MzI6MDFaIiwicElEIjoxLCJwcm9jZXNzSWQiOjE5Njg4LCJwcm9jZXNzTmFtZSI6ImZfYmF0bWdyLmV4ZSIsInRyYWNlSWQiOiI0NEM0QzQyM0E1QTg0NTk5ODA4QTJDRkMxQjAzMjcwRCIsInVzZXJDb2RlIjoibWFyaWEwMCJ9LCJub2RlMiI6eyJkc2QiOiIwMTAwMDAwMDAwMDAxNDMzIiwibG9nVGltZSI6IjIwMjYtMDctMDNUMDI6MzI6MjlaIiwicElEIjoxLCJwcm9jZXNzSWQiOjE5Njg4LCJwcm9jZXNzTmFtZSI6IlBPV0VSUE5ULkVYRSIsInRyYWNlSWQiOiJGRTA3NkRCN0E2MUY0NDUzOUM5NTMxOUVFQ0RDQjFDNyIsInVzZXJDb2RlIjoibWFyaWEwMCJ9LCJub2RlMyI6eyJkc2QiOiIwMDAwMDAwMDAwMDAwMDAwIiwibG9nVGltZSI6IjIwMjYtMDctMDNUMDI6MzM6MDNaIiwicElEIjoyMDQ4LCJwcm9jZXNzSWQiOjE5Njg4LCJwcm9jZXNzTmFtZSI6IlBPV0VSUE5ULkVYRSIsInRyYWNlSWQiOiJFQkJERjhGOTVGMEM0NzMyQjI0MUY4RjhBQjY3REI4RiIsInVzZXJDb2RlIjoibWFyaWEwMCJ9LCJub2RlNCI6eyJkc2QiOiIwMTAwMDAwMDAwMDAxNDMzIiwibG9nVGltZSI6IjIwMjYtMDctMDZUMDQ6MDA6NDlaIiwicElEIjoxLCJwcm9jZXNzSWQiOjE5Njg4LCJwcm9jZXNzTmFtZSI6ImZfYmF0bWdyLmV4ZSIsInRyYWNlSWQiOiIzN0I5QzQ0OEJBRTc0MEM1OTZCMUU5NThGNDZGNkRCQiIsInVzZXJDb2RlIjoibWFyaWEwMCJ9LCJub2RlNSI6eyJkc2QiOiIwMDAwMDAwMDAwMDAwMDAwIiwibG9nVGltZSI6IjIwMjYtMDctMDhUMjM6NTI6MDlaIiwicElEIjoyMDQ4LCJwcm9jZXNzSWQiOjIwMjQ4LCJwcm9jZXNzTmFtZSI6ImZfYmF0bWdyLmV4ZSIsInRyYWNlSWQiOiJEREE4QzM4RDZDRjA0ODU0OEZCM0U5RjIxQUQyQUQxRSIsInVzZXJDb2RlIjoibWFyaWEwMCJ9LCJub2RlQ291bnQiOjUsInJvb3RUcmFjZUlkIjoiNDRDNEM0MjNBNUE4NDU5OTgwOEEyQ0ZDMUIwMzI3MEQifQ==</vt:lpwstr>
  </property>
</Properties>
</file>